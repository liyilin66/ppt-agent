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Aptos Display"/>
              </a:rPr>
              <a:t>Q3 Operating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6766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4B5563"/>
                </a:solidFill>
                <a:latin typeface="Aptos"/>
              </a:rPr>
              <a:t>A simple Slide IR sample for milestone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43200"/>
            <a:ext cx="29260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374151"/>
                </a:solidFill>
                <a:latin typeface="Aptos"/>
              </a:rPr>
              <a:t>1. Revenue snapshot</a:t>
            </a:r>
          </a:p>
          <a:p>
            <a:r>
              <a:rPr sz="2000" b="0" i="0">
                <a:solidFill>
                  <a:srgbClr val="374151"/>
                </a:solidFill>
                <a:latin typeface="Aptos"/>
              </a:rPr>
              <a:t>2. Delivery health</a:t>
            </a:r>
          </a:p>
          <a:p>
            <a:r>
              <a:rPr sz="2000" b="0" i="0">
                <a:solidFill>
                  <a:srgbClr val="374151"/>
                </a:solidFill>
                <a:latin typeface="Aptos"/>
              </a:rPr>
              <a:t>3. Next-quarter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40080"/>
            <a:ext cx="2926080" cy="539496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Dashboard Placeholder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25880"/>
            <a:ext cx="6583680" cy="4114800"/>
          </a:xfrm>
          <a:prstGeom prst="rect">
            <a:avLst/>
          </a:prstGeom>
          <a:solidFill>
            <a:srgbClr val="F9FAF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 i="0">
                <a:solidFill>
                  <a:srgbClr val="4B5563"/>
                </a:solidFill>
                <a:latin typeface="Aptos"/>
              </a:rPr>
              <a:t>Placeholder for a future dashboard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141732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4B5563"/>
                </a:solidFill>
                <a:latin typeface="Aptos"/>
              </a:rPr>
              <a:t>Image references are only validated as IR fields in milestone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